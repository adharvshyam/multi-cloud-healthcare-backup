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34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114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853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943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98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952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226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17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49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34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643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36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908349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500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1032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8498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4353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3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31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Multi-Cloud Hybrid Strategy</a:t>
            </a:r>
            <a:br>
              <a:rPr dirty="0"/>
            </a:br>
            <a:r>
              <a:rPr dirty="0"/>
              <a:t>for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4747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00D4AA"/>
                </a:solidFill>
              </a:defRPr>
            </a:pPr>
            <a:r>
              <a:t>Ensuring Data Safety Through Redundancy, Failover &amp; Cloud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475488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8D2E6"/>
                </a:solidFill>
              </a:defRPr>
            </a:pPr>
            <a:r>
              <a:t>Presented by: Adharv Shyam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34721"/>
            <a:ext cx="18506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n-US" dirty="0" err="1"/>
              <a:t>Contens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1215576"/>
            <a:ext cx="1051560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1.  Introduction &amp; Problem Statement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2.  Objectives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3.  Technologies Used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4.  System Architecture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5.  Project Structure &amp; Modules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6.  Dataset Description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7.  Backup Engine &amp; Workflow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8.  Cloud Integration (Google Drive &amp; AWS S3)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9.  Data Integrity &amp; Security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10. Failover &amp; Retry Mechanism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11. Logging &amp; Monitoring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1</a:t>
            </a:r>
            <a:r>
              <a:rPr lang="en-US" dirty="0"/>
              <a:t>2</a:t>
            </a:r>
            <a:r>
              <a:rPr dirty="0"/>
              <a:t>. Results &amp; Output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1</a:t>
            </a:r>
            <a:r>
              <a:rPr lang="en-US" dirty="0"/>
              <a:t>3</a:t>
            </a:r>
            <a:r>
              <a:rPr dirty="0"/>
              <a:t>. Future Enhancements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Introduction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▸  Healthcare data is highly sensitive and critical for patient care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▸  Data loss can lead to misdiagnosis, legal issues, and compliance violations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▸  Single-point storage creates risk of total data loss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▸  Healthcare institutions need robust, redundant backup strategies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▸  This project simulates a Multi-Cloud Hybrid Backup System using Python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▸  Backs up healthcare data to Local Storage, Google Drive, and AWS S3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▸  Implements integrity checks, retry logic, and automatic failover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Build an automated healthcare data backup system using Python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Implement multi-cloud redundancy (Local + Google Drive + AWS S3)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Ensure data integrity using SHA-256 hash verification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Implement retry mechanism for failed cloud uploads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Provide automatic failover when all cloud providers fail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Create comprehensive logging of all backup operations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Develop a real-time monitoring dashboard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Schedule automatic periodic backups every 10 minutes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Technologies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12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AA"/>
                </a:solidFill>
              </a:defRPr>
            </a:pPr>
            <a:r>
              <a:t>Languages &amp; Libraries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Python 3.x — Core programming language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google-api-python-client — Google Drive API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google-auth-oauthlib — OAuth2 authentication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boto3 — AWS S3 SDK for Python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schedule — Task scheduling library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Faker — Synthetic data generation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hashlib — SHA-256 hashing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Chart.js — Dashboard visualizations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12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AA"/>
                </a:solidFill>
              </a:defRPr>
            </a:pPr>
            <a:r>
              <a:t>Tools &amp; Platforms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Google Drive API v3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AWS S3 (ap-south-1 region)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VS Code — Development IDE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Git &amp; GitHub — Version control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HTML/CSS/JS — Web dashboard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JSON — Configuration &amp; status files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00D4AA"/>
                </a:solidFill>
              </a:defRPr>
            </a:pPr>
            <a:r>
              <a:rPr dirty="0"/>
              <a:t>End-to-end data flow from source to multi-cloud destinations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E5A63A6-05F2-DBEA-467E-284DE9370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3108" y="1342239"/>
            <a:ext cx="8585783" cy="52414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Structure &amp;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12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AA"/>
                </a:solidFill>
              </a:defRPr>
            </a:pPr>
            <a:r>
              <a:t>Directory Layout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main.py — Entry point &amp; scheduler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generate_healthcare_data.py — Data generator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dashboard.html — Web monitoring UI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status.json — Real-time backup status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config/ — API keys &amp; credentials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data/healthcare_data/ — Source CSV files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backup/local_backup/ — Local copies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logs/ — Backup activity logs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src/ — Core source modules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12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AA"/>
                </a:solidFill>
              </a:defRPr>
            </a:pPr>
            <a:r>
              <a:t>Source Modules (src/)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backup_engine.py — Orchestrates full backup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cloud_uploader.py — Google Drive integration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s3_uploader.py — AWS S3 integration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file_manager.py — File scanning &amp; hashing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logger.py — Timestamped event logging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report_manager.py — Backup summary reports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dashboard.py — Terminal dashboard display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Healthcare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00D4AA"/>
                </a:solidFill>
              </a:defRPr>
            </a:pPr>
            <a:r>
              <a:t>Generated using generate_healthcare_data.py with Faker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Simulated realistic healthcare data generated using Faker library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4 CSV files with thousands of records: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    📋 patients.csv — 1,000 records (ID, name, age, gender, blood group, disease, doctor, city)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    📅 appointments.csv — 1,500 records (appointment ID, patient ID, doctor, date, time, status)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    🔬 lab_reports.csv — 799 records (report ID, patient ID, test name, result, date)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    💊 prescriptions.csv — 1,199 records (prescription ID, patient ID, medicine, dosage, doctor)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Covers 25 diseases, 13 medical tests, 13 medicines, 50 doctors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Total dataset size: ~278 KB across 4 files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Backup Engine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00D4AA"/>
                </a:solidFill>
              </a:defRPr>
            </a:pPr>
            <a:r>
              <a:t>Orchestrated by backup_engine.py → perform_backup()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Step 1:  Scan all healthcare files in data/healthcare_data/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Step 2:  Copy each file to backup/local_backup/ (local backup)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Step 3:  Generate SHA-256 hash of original and backup file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Step 4:  Verify integrity — compare hashes for corruption detection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Step 5:  Verify file sizes match between source and backup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Step 6:  Upload to Google Drive (Healthcare_Backups folder)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Step 7:  Upload to AWS S3 (healthcare-backup-adharv bucket)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Step 8:  If both cloud uploads fail → trigger failover (retain locally)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Step 9:  Log every event with timestamp to backup_log.txt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Step 10: Generate status.json and print backup summary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Cloud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4754880"/>
          </a:xfrm>
          <a:prstGeom prst="roundRect">
            <a:avLst/>
          </a:prstGeom>
          <a:solidFill>
            <a:srgbClr val="12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AA"/>
                </a:solidFill>
              </a:defRPr>
            </a:pPr>
            <a:r>
              <a:t>Google Drive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Uses OAuth 2.0 for secure authentication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Credentials stored in config/credentials.json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Token cached in config/token.pickle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Creates 'Healthcare_Backups' folder automatically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Supports file update (overwrite existing files)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Uses MediaFileUpload for efficient transfers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Scope: drive.file (limited access)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303520" cy="4754880"/>
          </a:xfrm>
          <a:prstGeom prst="roundRect">
            <a:avLst/>
          </a:prstGeom>
          <a:solidFill>
            <a:srgbClr val="12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D4AA"/>
                </a:solidFill>
              </a:defRPr>
            </a:pPr>
            <a:r>
              <a:t>AWS S3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Uses boto3 SDK for Python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Config stored in config/aws_config.json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Bucket: healthcare-backup-adharv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Region: ap-south-1 (Mumbai)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Uses IAM access key authentication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Direct file upload with upload_file()</a:t>
            </a:r>
          </a:p>
          <a:p>
            <a:pPr>
              <a:spcAft>
                <a:spcPts val="800"/>
              </a:spcAft>
              <a:defRPr sz="1600">
                <a:solidFill>
                  <a:srgbClr val="C8D2E6"/>
                </a:solidFill>
              </a:defRPr>
            </a:pPr>
            <a:r>
              <a:t>▸  Error handling with descriptive messages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 Integrity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4421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▸  SHA-256 Hashing: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    — Generates cryptographic hash of every file before and after backup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    — Compares hashes to detect any corruption during copy/transfer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    — Uses 4096-byte chunks for memory-efficient processing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▸  Size Verification: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    — Compares file sizes of source and backup as additional integrity check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▸  Secure Credential Management: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    — Google OAuth tokens stored as encrypted pickle files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    — AWS credentials stored in separate JSON config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    — Credentials excluded from version control via .</a:t>
            </a:r>
            <a:r>
              <a:rPr dirty="0" err="1"/>
              <a:t>gitignore</a:t>
            </a:r>
            <a:endParaRPr lang="en-US" dirty="0"/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▸  Every verification result is logged for audit trail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Failover &amp; Retry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Multi-tier upload strategy: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    Tier 1 — Google Drive upload attempt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    Tier 2 — AWS S3 upload attempt (always attempted independently)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    Tier 3 — Failover: data retained locally if both clouds fail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Each cloud provider has independent try-except error handling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Failure of one provider does NOT block the other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Failover counter tracks how many files couldn't reach any cloud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System guarantees: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    — Local backup ALWAYS succeeds (first priority)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    — At least one copy of data is always preserved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    — All failures are logged with error details for troubleshooting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Logging &amp; Monitoring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232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▸  Centralized logging via src/logger.py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▸  Log file: logs/backup_log.txt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▸  Format: [YYYY-MM-DD HH:MM:SS] Event message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▸  Events logged: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    ✅ Local backup success/failure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    ✅ Integrity check pass/fail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    ✅ Size verification pass/fail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    ✅ Google Drive upload success/failure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    ✅ AWS S3 upload success/failure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    ✅ Failover triggers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    ✅ Dashboard status updates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▸  Terminal dashboard shows last 5 events after each backup run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rPr dirty="0"/>
              <a:t>▸  Scheduler runs backups every 10 minutes automatically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Results &amp;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Backup Summary (last run: 2026-04-28):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    📁 Total Files Processed: 4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    💾 Local Backups: 4/4 (100% success)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    ☁️  Cloud Uploads: 8 (4 Google Drive + 4 AWS S3)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    🔄 Retries: 0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    ⚠️  Failovers: 0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endParaRPr/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All 4 healthcare files backed up to 3 destinations each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SHA-256 integrity checks passed for all files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Size verification passed for all files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System status: OPERATIONAL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Dashboard displays real-time metrics and color-coded logs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Encryption — AES-256 encryption for sensitive healthcare data at rest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Azure Blob Storage — Add Microsoft Azure as a third cloud provider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Incremental Backups — Only backup changed files to save bandwidth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Email/SMS Alerts — Notify admins on backup failures or degraded status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HIPAA Compliance — Implement healthcare data protection standards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Database Integration — Store backup metadata in PostgreSQL/MongoDB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Role-Based Access Control — Admin, viewer, operator permission levels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Compression — Reduce file sizes before upload using gzip/zlib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Docker Deployment — Containerize the system for easy deployment</a:t>
            </a:r>
          </a:p>
          <a:p>
            <a:pPr>
              <a:spcAft>
                <a:spcPts val="1000"/>
              </a:spcAft>
              <a:defRPr sz="1800">
                <a:solidFill>
                  <a:srgbClr val="C8D2E6"/>
                </a:solidFill>
              </a:defRPr>
            </a:pPr>
            <a:r>
              <a:t>▸  CI/CD Pipeline — Automated testing and deployment via GitHub Actions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92</TotalTime>
  <Words>1454</Words>
  <Application>Microsoft Office PowerPoint</Application>
  <PresentationFormat>Widescreen</PresentationFormat>
  <Paragraphs>178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Century Gothic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Adharv Shyam</cp:lastModifiedBy>
  <cp:revision>3</cp:revision>
  <dcterms:created xsi:type="dcterms:W3CDTF">2013-01-27T09:14:16Z</dcterms:created>
  <dcterms:modified xsi:type="dcterms:W3CDTF">2026-04-29T05:30:11Z</dcterms:modified>
  <cp:category/>
</cp:coreProperties>
</file>